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257" y="4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Commit</c:v>
                </c:pt>
              </c:strCache>
            </c:strRef>
          </c:tx>
          <c:spPr>
            <a:solidFill>
              <a:srgbClr val="0F766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0F172A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0</c:v>
                </c:pt>
                <c:pt idx="2">
                  <c:v>14</c:v>
                </c:pt>
                <c:pt idx="3">
                  <c:v>14</c:v>
                </c:pt>
                <c:pt idx="4">
                  <c:v>21</c:v>
                </c:pt>
                <c:pt idx="5">
                  <c:v>61</c:v>
                </c:pt>
                <c:pt idx="6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CCF-46CE-BBD1-8DFA8377CE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82296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FBF1"/>
                </a:solidFill>
                <a:latin typeface="Segoe UI"/>
              </a:rPr>
              <a:t>LAPORAN PROGRESS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RuangTerbuka Jakarta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5468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CFBF1"/>
                </a:solidFill>
                <a:latin typeface="Segoe UI"/>
              </a:rPr>
              <a:t>Platform pengaduan fasilitas ruang publik DKI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1605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Minggu 1 - 7  |  27 Agustus - 7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6177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CFBF1"/>
                </a:solidFill>
                <a:latin typeface="Segoe UI"/>
              </a:rPr>
              <a:t>Mata Kuliah Workshop Pemrograman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3949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Refael Tobing  •  Hafiizh Ilmi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RINGKASAN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</a:rPr>
              <a:t>Apa yang dikerjakan dalam 7 minggu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33832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54864" cy="13716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112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21284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Tersebar dari 27 Agustus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sampai 7 Oktober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3832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54864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43 task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21284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FE-01 sampai FE-43 di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TASK_GUIDE_FRONTEND.md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645920"/>
            <a:ext cx="33832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09560" y="1645920"/>
            <a:ext cx="54864" cy="13716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Peta riil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21284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Leaflet + OpenStreetMap,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1.200 ruang publik berkoordinat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832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Alur pengerjaan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Minggu 1-2: inisiasi repositori dan perencanaan produk (PRD, jobdesk, workflow, design system).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Minggu 3-4: fondasi teknis frontend, routing, autentikasi, dan halaman publik awal.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Minggu 5-6: fitur utama, integrasi peta, panel admin, serta perbaikan bug dan konsistensi UI.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Minggu 7: penyusunan laporan progress dan penetapan target lanjutan.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</a:rPr>
              <a:t>Sebaran commit per minggu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691640"/>
          <a:ext cx="67665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818120" y="1691640"/>
            <a:ext cx="3566160" cy="187451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18120" y="1691640"/>
            <a:ext cx="54864" cy="1874519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74152" y="1856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M1-M2  Perencanaan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258568"/>
            <a:ext cx="3108960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Repositori dibuat, ide produk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dibahas, lalu disusun PRD,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jobdesk, workflow, dan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design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3749039"/>
            <a:ext cx="3566160" cy="187451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18120" y="3749039"/>
            <a:ext cx="54864" cy="187451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74152" y="391363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M3-M6  Eksekusi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4315967"/>
            <a:ext cx="3108960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14 → 14 → 21 → 61 commit.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Puncak di minggu 6 saat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fitur inti, peta, dan admin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selesai serta stabil.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MINGGU 1 - 2  (27 AGUSTUS - 9 SEPTEMBER)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</a:rPr>
              <a:t>Inisiasi dan perencanaan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54864" cy="19202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181051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Minggu 1  —  Inisiasi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212848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Pembuatan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repositori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GitHub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tim.</a:t>
            </a:r>
            <a:endParaRPr sz="1150" b="0" dirty="0">
              <a:solidFill>
                <a:srgbClr val="64748B"/>
              </a:solidFill>
              <a:latin typeface="Segoe UI"/>
            </a:endParaRP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Diskusi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ide dan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pemilihan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masalah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pengaduan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fasilitas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ruang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publik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Jakarta.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Penentuan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nama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produk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RuangTerbuka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4892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4864" cy="1920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2" y="1810512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Minggu 2  —  Perencanaan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212848"/>
            <a:ext cx="4434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Penyusunan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PRD dan TECHNICAL_SPEC.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Jobdesk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pembagian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kerja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FE dan BE.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Workflow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kolaborasi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Git.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Design system: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warna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tipografi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komponen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Task frontend minggu 1-2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24528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72768" y="4224528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68296" y="4224528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63824" y="4224528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Segoe UI"/>
              </a:rPr>
              <a:t>•  FE-01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inisialisasi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React dan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struktur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folder, FE-02 routing React Router.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Segoe UI"/>
              </a:rPr>
              <a:t>•  FE-03 styling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dasar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dan design system, FE-05 environment variable API.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Segoe UI"/>
              </a:rPr>
              <a:t>• 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Dokumen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perencanaan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disiapkan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agar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penamaan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task FE dan BE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konsisten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sejak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awal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MINGGU 3  (10 - 16 SEPTEMBER)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</a:rPr>
              <a:t>Fondasi teknis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33832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54864" cy="2011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Setup proyek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212848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Inisialisasi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Vite + React.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Struktur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folder: components,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pages, services, hooks.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Konfigurasi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base styling.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3832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54864" cy="2011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212848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React Router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dengan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layout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publik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akun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warga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, dan admin.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Route guard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autentikasi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Halaman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beranda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dan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tentang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645920"/>
            <a:ext cx="33832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09560" y="1645920"/>
            <a:ext cx="54864" cy="2011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Tampilan awal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212848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Hero slider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beranda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Perbaikan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logo dan navbar.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Aksen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warna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dan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tombol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kartu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Navbar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disembunyikan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di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halaman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login.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4748B"/>
                </a:solidFill>
                <a:latin typeface="Segoe UI"/>
              </a:rPr>
              <a:t>14 commit pada minggu ini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8912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72768" y="438912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68296" y="438912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63824" y="438912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FE-06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59352" y="438912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Segoe UI"/>
              </a:rPr>
              <a:t>•  FE-06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integrasi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Leaflet dan OpenStreetMap, FE-09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kontrol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radius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pencarian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Segoe UI"/>
              </a:rPr>
              <a:t>• 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Pondasi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selesai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sehingga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fitur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berikutnya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cukup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menambah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halaman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dan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komponen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MINGGU 4  (17 - 23 SEPTEMBER)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dirty="0" err="1">
                <a:solidFill>
                  <a:srgbClr val="0F172A"/>
                </a:solidFill>
                <a:latin typeface="Segoe UI"/>
              </a:rPr>
              <a:t>Autentikasi</a:t>
            </a:r>
            <a:r>
              <a:rPr sz="2800" b="1" dirty="0">
                <a:solidFill>
                  <a:srgbClr val="0F172A"/>
                </a:solidFill>
                <a:latin typeface="Segoe UI"/>
              </a:rPr>
              <a:t> dan </a:t>
            </a:r>
            <a:r>
              <a:rPr sz="2800" b="1" dirty="0" err="1">
                <a:solidFill>
                  <a:srgbClr val="0F172A"/>
                </a:solidFill>
                <a:latin typeface="Segoe UI"/>
              </a:rPr>
              <a:t>halaman</a:t>
            </a:r>
            <a:r>
              <a:rPr sz="28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F172A"/>
                </a:solidFill>
                <a:latin typeface="Segoe UI"/>
              </a:rPr>
              <a:t>publik</a:t>
            </a:r>
            <a:r>
              <a:rPr sz="28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F172A"/>
                </a:solidFill>
                <a:latin typeface="Segoe UI"/>
              </a:rPr>
              <a:t>awal</a:t>
            </a:r>
            <a:endParaRPr sz="2800" b="1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54864" cy="1920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181051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 err="1">
                <a:solidFill>
                  <a:srgbClr val="0F172A"/>
                </a:solidFill>
                <a:latin typeface="Segoe UI"/>
              </a:rPr>
              <a:t>Autentikasi</a:t>
            </a:r>
            <a:endParaRPr sz="1400" b="1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3272" y="2212848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Halaman login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warga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dan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pengelola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Route guard dan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penyimpanan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sesi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Perbaikan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form register.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Kontrak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API auth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dengan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backend.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4892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4864" cy="1920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2" y="1810512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Direktori ruang publik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212848"/>
            <a:ext cx="4434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Halaman daftar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ruang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publik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Kartu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ruang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publik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dengan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status.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Integrasi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awal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data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dari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API.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Penyesuaian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navbar dan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kapsul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status.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4748B"/>
                </a:solidFill>
                <a:latin typeface="Segoe UI"/>
              </a:rPr>
              <a:t>14 commit pada minggu ini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5196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72768" y="425196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68296" y="425196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63824" y="425196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59352" y="425196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Segoe UI"/>
              </a:rPr>
              <a:t>•  FE-10 list view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ruang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publik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, FE-11 filter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kategori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, FE-13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halaman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detail.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Segoe UI"/>
              </a:rPr>
              <a:t>•  FE-23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halaman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login admin dan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autentikasi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dasar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Segoe UI"/>
              </a:rPr>
              <a:t>•  Frontend dan backend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mulai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terhubung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melalui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endpoint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nyata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dirty="0">
                <a:solidFill>
                  <a:srgbClr val="0F766E"/>
                </a:solidFill>
                <a:latin typeface="Segoe UI"/>
              </a:rPr>
              <a:t>MINGGU 5  (24 - 30 SEPTEMBER)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dirty="0">
                <a:solidFill>
                  <a:srgbClr val="0F172A"/>
                </a:solidFill>
                <a:latin typeface="Segoe UI"/>
              </a:rPr>
              <a:t>Peta, data, dan </a:t>
            </a:r>
            <a:r>
              <a:rPr sz="2800" b="1" dirty="0" err="1">
                <a:solidFill>
                  <a:srgbClr val="0F172A"/>
                </a:solidFill>
                <a:latin typeface="Segoe UI"/>
              </a:rPr>
              <a:t>profil</a:t>
            </a:r>
            <a:r>
              <a:rPr sz="28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800" b="1" dirty="0" err="1">
                <a:solidFill>
                  <a:srgbClr val="0F172A"/>
                </a:solidFill>
                <a:latin typeface="Segoe UI"/>
              </a:rPr>
              <a:t>warga</a:t>
            </a:r>
            <a:endParaRPr sz="2800" b="1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33832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54864" cy="2103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Peta Leaflet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212848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Peta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sebaran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ruang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publik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Marker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dari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koordinat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API.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Slider radius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pencarian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Filter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kategori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dan wilayah.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3832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54864" cy="2103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Data dan paginasi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212848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1.200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ruang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publik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4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tipe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Paginasi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daftar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ruang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publik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Peta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mengikuti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filter yang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sama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Perbaikan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geolokasi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pengguna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645920"/>
            <a:ext cx="33832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7909560" y="1645920"/>
            <a:ext cx="54864" cy="2103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Profil warga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212848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Dashboard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profil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Ruang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publik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tersimpan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Pengaturan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tema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Halaman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tentang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dan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statistik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4748B"/>
                </a:solidFill>
                <a:latin typeface="Segoe UI"/>
              </a:rPr>
              <a:t>21 commit pada minggu ini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62272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FE-07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72768" y="4462272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FE-08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68296" y="4462272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63824" y="4462272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59352" y="4462272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56048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Segoe UI"/>
              </a:rPr>
              <a:t>•  FE-07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geolokasi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pengguna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, FE-08 marker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peta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1.200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ruang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, FE-14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galeri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foto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Segoe UI"/>
              </a:rPr>
              <a:t>•  FE-24 dashboard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laporan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admin, FE-27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manajemen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data master.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MINGGU 6  (1 - 7 OKTOBER)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dirty="0">
                <a:solidFill>
                  <a:srgbClr val="0F172A"/>
                </a:solidFill>
                <a:latin typeface="Segoe UI"/>
              </a:rPr>
              <a:t>Fitur </a:t>
            </a:r>
            <a:r>
              <a:rPr sz="2800" b="1" dirty="0" err="1">
                <a:solidFill>
                  <a:srgbClr val="0F172A"/>
                </a:solidFill>
                <a:latin typeface="Segoe UI"/>
              </a:rPr>
              <a:t>lengkap</a:t>
            </a:r>
            <a:r>
              <a:rPr sz="2800" b="1" dirty="0">
                <a:solidFill>
                  <a:srgbClr val="0F172A"/>
                </a:solidFill>
                <a:latin typeface="Segoe UI"/>
              </a:rPr>
              <a:t> dan </a:t>
            </a:r>
            <a:r>
              <a:rPr sz="2800" b="1" dirty="0" err="1">
                <a:solidFill>
                  <a:srgbClr val="0F172A"/>
                </a:solidFill>
                <a:latin typeface="Segoe UI"/>
              </a:rPr>
              <a:t>stabilisasi</a:t>
            </a:r>
            <a:endParaRPr sz="2800" b="1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338328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54864" cy="21488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176479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 err="1">
                <a:solidFill>
                  <a:srgbClr val="0F172A"/>
                </a:solidFill>
                <a:latin typeface="Segoe UI"/>
              </a:rPr>
              <a:t>Laporan</a:t>
            </a:r>
            <a:r>
              <a:rPr sz="14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Segoe UI"/>
              </a:rPr>
              <a:t>warga</a:t>
            </a:r>
            <a:endParaRPr sz="1400" b="1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3272" y="2167128"/>
            <a:ext cx="29260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Form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laporan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fasilitas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Unggah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foto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bukti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wajib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Titik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presisi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fasilitas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pada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peta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Kirim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koordinat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lokasi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pilihan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00200"/>
            <a:ext cx="338328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54864" cy="21488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76479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Panel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67128"/>
            <a:ext cx="29260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Peta dashboard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ruang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publik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Kelola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fasilitas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per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ruang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publik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Antrian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moderasi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laporan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>
                <a:solidFill>
                  <a:srgbClr val="64748B"/>
                </a:solidFill>
                <a:latin typeface="Segoe UI"/>
              </a:rPr>
              <a:t>Trigger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sinkronisasi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600200"/>
            <a:ext cx="338328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09560" y="1600200"/>
            <a:ext cx="54864" cy="2148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176479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 err="1">
                <a:solidFill>
                  <a:srgbClr val="0F172A"/>
                </a:solidFill>
                <a:latin typeface="Segoe UI"/>
              </a:rPr>
              <a:t>Kualitas</a:t>
            </a:r>
            <a:r>
              <a:rPr sz="1400" b="1" dirty="0">
                <a:solidFill>
                  <a:srgbClr val="0F172A"/>
                </a:solidFill>
                <a:latin typeface="Segoe UI"/>
              </a:rPr>
              <a:t>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167128"/>
            <a:ext cx="29260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Penyelarasan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warna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dan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tombol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Perbaikan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alur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login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pengelola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Pembersihan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kode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tidak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64748B"/>
                </a:solidFill>
                <a:latin typeface="Segoe UI"/>
              </a:rPr>
              <a:t>terpakai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150" b="0" dirty="0" err="1">
                <a:solidFill>
                  <a:srgbClr val="64748B"/>
                </a:solidFill>
                <a:latin typeface="Segoe UI"/>
              </a:rPr>
              <a:t>Penyusunan</a:t>
            </a:r>
            <a:r>
              <a:rPr sz="1150" b="0" dirty="0">
                <a:solidFill>
                  <a:srgbClr val="64748B"/>
                </a:solidFill>
                <a:latin typeface="Segoe UI"/>
              </a:rPr>
              <a:t> task guide frontend.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7706"/>
                </a:solidFill>
                <a:latin typeface="Segoe UI"/>
              </a:rPr>
              <a:t>61 commit  —  minggu tersibuk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8912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72768" y="438912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68296" y="438912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63824" y="438912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FE-34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59352" y="438912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FE-35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38912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FE-36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50408" y="438912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FE-37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5936" y="4389120"/>
            <a:ext cx="704088" cy="292608"/>
          </a:xfrm>
          <a:prstGeom prst="roundRect">
            <a:avLst>
              <a:gd name="adj" fmla="val 3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FE-41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Segoe UI"/>
              </a:rPr>
              <a:t>•  FE-16/17/18 form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laporan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,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foto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bukti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, geolocation submit, mode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identitas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Segoe UI"/>
              </a:rPr>
              <a:t>•  FE-34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kolom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alamat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, FE-35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peta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 dashboard, FE-36/37 guard detail &amp;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simpan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, FE-41 </a:t>
            </a:r>
            <a:r>
              <a:rPr sz="1300" dirty="0" err="1">
                <a:solidFill>
                  <a:srgbClr val="0F172A"/>
                </a:solidFill>
                <a:latin typeface="Segoe UI"/>
              </a:rPr>
              <a:t>paginasi</a:t>
            </a:r>
            <a:r>
              <a:rPr sz="1300" dirty="0">
                <a:solidFill>
                  <a:srgbClr val="0F172A"/>
                </a:solidFill>
                <a:latin typeface="Segoe UI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STATUS DAN RENCANA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</a:rPr>
              <a:t>Posisi akhir minggu 7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512064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54864" cy="2194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176479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Selesai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167128"/>
            <a:ext cx="4663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FE-01 sampai FE-18: fondasi, peta,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direktori, dan form laporan.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FE-34 sampai FE-43: perbaikan admin,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guard login, paginasi, konsistensi UI.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00200"/>
            <a:ext cx="489204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54864" cy="2194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2" y="1764792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Berikutnya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167128"/>
            <a:ext cx="4434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FE-19: status hasil submit laporan.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FE-25: titik presisi di detail moderasi.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FE-28: kontrol manual sinkronisasi ETL.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FE-08: clustering marker peta.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160520"/>
            <a:ext cx="10515600" cy="137160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3434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766E"/>
                </a:solidFill>
                <a:latin typeface="Segoe UI"/>
              </a:rPr>
              <a:t>Kesimpulan</a:t>
            </a:r>
            <a:r>
              <a:rPr sz="1300" b="0">
                <a:solidFill>
                  <a:srgbClr val="0F172A"/>
                </a:solidFill>
                <a:latin typeface="Segoe UI"/>
              </a:rPr>
              <a:t>Tujuh minggu berjalan: perencanaan matang di awal, eksekusi bertahap, dan aplikasi frontend kini berfungsi penuh dengan peta interaktif, alur laporan warga, serta panel admin.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929</Words>
  <Application>Microsoft Office PowerPoint</Application>
  <PresentationFormat>Widescreen</PresentationFormat>
  <Paragraphs>182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Refael Tobing</cp:lastModifiedBy>
  <cp:revision>2</cp:revision>
  <dcterms:created xsi:type="dcterms:W3CDTF">2013-01-27T09:14:16Z</dcterms:created>
  <dcterms:modified xsi:type="dcterms:W3CDTF">2026-10-07T15:09:13Z</dcterms:modified>
  <cp:category/>
</cp:coreProperties>
</file>