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Commit</c:v>
                </c:pt>
              </c:strCache>
            </c:strRef>
          </c:tx>
          <c:spPr>
            <a:solidFill>
              <a:srgbClr val="0F766E"/>
            </a:solidFill>
          </c:spPr>
          <c:cat>
            <c:strRef>
              <c:f>Sheet1!$A$2:$A$8</c:f>
              <c:strCache>
                <c:ptCount val="7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0</c:v>
                </c:pt>
                <c:pt idx="2">
                  <c:v>14</c:v>
                </c:pt>
                <c:pt idx="3">
                  <c:v>14</c:v>
                </c:pt>
                <c:pt idx="4">
                  <c:v>21</c:v>
                </c:pt>
                <c:pt idx="5">
                  <c:v>61</c:v>
                </c:pt>
                <c:pt idx="6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82296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CFBF1"/>
                </a:solidFill>
                <a:latin typeface="Segoe UI"/>
              </a:rPr>
              <a:t>LAPORAN PROGRESS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RuangTerbuka Jakarta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5468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CFBF1"/>
                </a:solidFill>
                <a:latin typeface="Segoe UI"/>
              </a:rPr>
              <a:t>Platform pengaduan fasilitas ruang publik DKI Jakarta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605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Minggu 1 - 7  |  27 Agustus - 7 Oktober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6177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CFBF1"/>
                </a:solidFill>
                <a:latin typeface="Segoe UI"/>
              </a:rPr>
              <a:t>Mata Kuliah Workshop Pemrograman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3949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Refael Tobing  •  Hafiizh Ilmi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Apa yang dikerjakan dalam 7 minggu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33832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54864" cy="1371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112 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1284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Tersebar dari 27 Agustus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sampai 7 Oktober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3832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54864" cy="1371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43 task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1284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FE-01 sampai FE-43 di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TASK_GUIDE_FRONTEND.md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645920"/>
            <a:ext cx="33832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645920"/>
            <a:ext cx="54864" cy="13716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Peta riil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21284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Leaflet + OpenStreetMap,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1.200 ruang publik berkoordinat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Alur pengerjaan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404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Minggu 1-2: inisiasi repositori dan perencanaan produk (PRD, jobdesk, workflow, design system).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Minggu 3-4: fondasi teknis frontend, routing, autentikasi, dan halaman publik awal.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Minggu 5-6: fitur utama, integrasi peta, panel admin, serta perbaikan bug dan konsistensi UI.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Minggu 7: penyusunan laporan progress dan penetapan target lanjutan.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Sebaran commit per minggu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691640"/>
          <a:ext cx="67665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818120" y="1691640"/>
            <a:ext cx="3566160" cy="187451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691640"/>
            <a:ext cx="54864" cy="1874519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1856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M1-M2  Perencanaan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258568"/>
            <a:ext cx="3108960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Repositori dibuat, ide produk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dibahas, lalu disusun PRD,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jobdesk, workflow, dan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design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3749039"/>
            <a:ext cx="3566160" cy="187451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3749039"/>
            <a:ext cx="54864" cy="187451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4152" y="391363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M3-M6  Eksekusi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4315967"/>
            <a:ext cx="3108960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14 → 14 → 21 → 61 commit.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Puncak di minggu 6 saat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fitur inti, peta, dan admin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selesai serta stabil.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MINGGU 1 - 2  (27 AGUSTUS - 9 SEPTEMBER)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Inisiasi dan perencanaan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54864" cy="19202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8105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Minggu 1  —  Inisiasi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12848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Pembuatan repositori GitHub tim.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Diskusi ide dan pemilihan masalah: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pengaduan fasilitas ruang publik Jakarta.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Penentuan nama produk RuangTerbuka.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4892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4864" cy="1920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810512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Minggu 2  —  Perencanaan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212848"/>
            <a:ext cx="4434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Penyusunan PRD dan TECHNICAL_SPEC.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Jobdesk pembagian kerja FE dan BE.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Workflow kolaborasi Git.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Design system: warna, tipografi, komponen.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Segoe UI"/>
              </a:rPr>
              <a:t>Hasil minggu 1-2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Dokumen perencanaan lengkap sebelum baris kode pertama ditulis.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Pembagian peran jelas: frontend dan backend berjalan paralel dengan kontrak API yang disepakati.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Design system siap dipakai sehingga komponen UI konsisten sejak awal.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MINGGU 3  (10 - 16 SEPTEMBER)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Fondasi teknis frontend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33832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54864" cy="2011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Setup proyek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12848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Inisialisasi Vite + React.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Struktur folder: components,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pages, services, hooks.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Konfigurasi base styling.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3832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54864" cy="2011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12848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React Router dengan layout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publik, akun warga, dan admin.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Route guard autentikasi.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Halaman beranda dan tentang.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645920"/>
            <a:ext cx="33832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645920"/>
            <a:ext cx="54864" cy="2011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Tampilan awal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212848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Hero slider beranda.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Perbaikan logo dan navbar.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Aksen warna dan tombol kartu.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Navbar disembunyikan di halaman login.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4748B"/>
                </a:solidFill>
                <a:latin typeface="Segoe UI"/>
              </a:rPr>
              <a:t>14 commit pada minggu 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Pondasi selesai sehingga fitur berikutnya cukup menambah halaman dan komponen.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Design system mulai diterapkan pada elemen nyata, bukan sekadar dokumen.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MINGGU 4  (17 - 23 SEPTEMBER)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Autentikasi dan halaman publik awal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51206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54864" cy="1920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8105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Autentikasi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12848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Halaman login warga dan pengelola.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Route guard dan penyimpanan sesi.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Perbaikan form register.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Kontrak API auth dengan backend.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489204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4864" cy="1920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810512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Direktori ruang publik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212848"/>
            <a:ext cx="4434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Halaman daftar ruang publik.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Kartu ruang publik dengan status.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Integrasi awal data dari API.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Penyesuaian navbar dan kapsul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4748B"/>
                </a:solidFill>
                <a:latin typeface="Segoe UI"/>
              </a:rPr>
              <a:t>14 commit pada minggu 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Frontend dan backend mulai terhubung melalui endpoint nyata, bukan data statis.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Pola pengambilan data lewat service layer mulai baku dan dipakai ulang di halaman 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MINGGU 5  (24 - 30 SEPTEMBER)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Peta, data, dan profil warga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3383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54864" cy="2103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Peta Leaflet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212848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Peta sebaran ruang publik.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Marker dari koordinat API.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Slider radius pencarian.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Filter kategori dan wilayah.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383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54864" cy="2103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Data dan paginasi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12848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1.200 ruang publik 4 tipe.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Paginasi daftar ruang publik.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Peta mengikuti filter yang sama.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Perbaikan geolokasi pengguna.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645920"/>
            <a:ext cx="33832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645920"/>
            <a:ext cx="54864" cy="2103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81051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Profil warga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212848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Dashboard profil.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Ruang publik tersimpan.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Pengaturan tema.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Halaman tentang dan statistik.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69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4748B"/>
                </a:solidFill>
                <a:latin typeface="Segoe UI"/>
              </a:rPr>
              <a:t>21 commit pada minggu 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Pencarian berbasis jarak mulai berjalan dengan data koordinat sungguhan.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Perbaikan bug geolokasi mencegah izin lokasi palsu pada peta.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MINGGU 6  (1 - 7 OKTOBER)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Fitur lengkap dan stabilisasi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338328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54864" cy="21488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7647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Laporan warga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167128"/>
            <a:ext cx="2926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Form laporan fasilitas.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Unggah foto bukti wajib.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Titik presisi fasilitas pada peta.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Kirim koordinat lokasi pilihan.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338328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00200"/>
            <a:ext cx="54864" cy="21488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7647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Panel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67128"/>
            <a:ext cx="2926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Peta dashboard ruang publik.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Kelola fasilitas per ruang publik.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Antrian moderasi laporan.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Trigger sinkronisasi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600200"/>
            <a:ext cx="338328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600200"/>
            <a:ext cx="54864" cy="2148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7647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Kualitas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167128"/>
            <a:ext cx="2926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Penyelarasan warna dan tombol.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Perbaikan alur login pengelola.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Pembersihan kode tidak terpakai.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Penyusunan task guide frontend.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7706"/>
                </a:solidFill>
                <a:latin typeface="Segoe UI"/>
              </a:rPr>
              <a:t>61 commit  —  minggu tersibuk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Sepuluh task frontend kunci diselesaikan: kolom alamat admin, peta dashboard, guard login detail, dan simpan ruang.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F172A"/>
                </a:solidFill>
                <a:latin typeface="Segoe UI"/>
              </a:rPr>
              <a:t>•  Konsistensi istilah status fasilitas diseragamkan menjadi kondisi baik.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766E"/>
                </a:solidFill>
                <a:latin typeface="Segoe UI"/>
              </a:rPr>
              <a:t>STATUS DAN RENCANA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F172A"/>
                </a:solidFill>
                <a:latin typeface="Segoe UI"/>
              </a:rPr>
              <a:t>Posisi akhir minggu 7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512064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54864" cy="2194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176479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Selesai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167128"/>
            <a:ext cx="4663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FE-01 sampai FE-18: fondasi, peta,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direktori, dan form laporan.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FE-34 sampai FE-43: perbaikan admin,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guard login, paginasi, konsistensi UI.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489204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54864" cy="2194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764792"/>
            <a:ext cx="4434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Segoe UI"/>
              </a:rPr>
              <a:t>Berikutnya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167128"/>
            <a:ext cx="4434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FE-19: status hasil submit laporan.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FE-25: titik presisi di detail moderasi.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FE-28: kontrol manual sinkronisasi ETL.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FE-08: clustering marker peta.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160520"/>
            <a:ext cx="10515600" cy="1371600"/>
          </a:xfrm>
          <a:prstGeom prst="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34340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766E"/>
                </a:solidFill>
                <a:latin typeface="Segoe UI"/>
              </a:rPr>
              <a:t>Kesimpulan</a:t>
            </a:r>
            <a:r>
              <a:rPr sz="1300" b="0">
                <a:solidFill>
                  <a:srgbClr val="0F172A"/>
                </a:solidFill>
                <a:latin typeface="Segoe UI"/>
              </a:rPr>
              <a:t>Tujuh minggu berjalan: perencanaan matang di awal, eksekusi bertahap, dan aplikasi frontend kini berfungsi penuh dengan peta interaktif, alur laporan warga, serta panel admin.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Raku Jakarta  |  Progress Frontend Minggu 1-7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